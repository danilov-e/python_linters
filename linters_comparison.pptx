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329184"/>
            <a:ext cx="822960" cy="457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 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 линтеров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22128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· Flake8 · Pylint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49808" y="285292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Практический разбор: один код, три инструмента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366760" y="1874520"/>
            <a:ext cx="306324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1352" y="1993392"/>
            <a:ext cx="27523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messy_code.py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messy_benchmark.py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5806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доклад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такое линтер?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Формальное и практическое определение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Формально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 статического анализа, который проверяет исходный код без запуска программы.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1783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6F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На практике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0" y="21488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Помогает находить ошибки, подозрительные конструкции и нарушения принятых правил.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77240" y="3886200"/>
            <a:ext cx="3657600" cy="1325880"/>
          </a:xfrm>
          <a:prstGeom prst="roundRect">
            <a:avLst>
              <a:gd name="adj" fmla="val 4138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005072"/>
            <a:ext cx="3346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name="Alice"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value == None: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4069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Программа может запуститься. Линтер всё равно может сказать, что код стоит изменить.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Линтер не обязательно запускать вручную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Его можно встроить в процесс разработки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4173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Редактор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Проблемы видны прямо во время написания кода.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41732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коммитом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hook может отменить commit, если проверка завершилась ошибкой.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41732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 запускается автоматически на push или pull request.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6418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ПРОСТЕЙШИЙ GIT HOOK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961880"/>
            <a:ext cx="4572000" cy="1600200"/>
          </a:xfrm>
          <a:prstGeom prst="roundRect">
            <a:avLst>
              <a:gd name="adj" fmla="val 342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4080752"/>
            <a:ext cx="426110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#!/bin/sh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[ $? -ne 0 ]; then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exit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42819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Идея: если линтер возвращает ошибку, Git не продолжает commit.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ВВЕДЕНИЕ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Наш эксперимент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Перед каждым инструментом используем один и тот же код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30352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499262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messy_code.py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небольшой файл с разными проблемами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6732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886192"/>
            <a:ext cx="49011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messy_benchmark.py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большой файл для сравнения скорости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596120"/>
            <a:ext cx="5852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Сначала смотрим обычный запуск.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Потом меняем конфигурацию.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Плагины и дополнительные возможности рассматриваем отдельно.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 конце сравниваем результаты и скорость.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520" y="3961880"/>
            <a:ext cx="4526280" cy="822960"/>
          </a:xfrm>
          <a:prstGeom prst="roundRect">
            <a:avLst>
              <a:gd name="adj" fmla="val 666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4080752"/>
            <a:ext cx="42153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  →  Pylint  →  Ruff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что это за подход?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 один анализатор, а оболочка вокруг набора проверок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41732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pycodestyle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стиля и оформления.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41732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pyflakes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Неиспользуемые импорты, переменные и другие ошибки.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41732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mccabe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Одна основная проверка цикломатической сложности.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870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Главная особенность Flake8 — расширяемость через плагины.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955280" y="3550400"/>
            <a:ext cx="2834640" cy="1508760"/>
          </a:xfrm>
          <a:prstGeom prst="roundRect">
            <a:avLst>
              <a:gd name="adj" fmla="val 3636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9872" y="3669272"/>
            <a:ext cx="252374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Flake8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базовые проверки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плагины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основные команды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Файл, каталог, параметры и справка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УСТАНОВКА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105648"/>
            <a:ext cx="4800600" cy="685800"/>
          </a:xfrm>
          <a:prstGeom prst="roundRect">
            <a:avLst>
              <a:gd name="adj" fmla="val 8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4520"/>
            <a:ext cx="44897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85808"/>
            <a:ext cx="4800600" cy="1325880"/>
          </a:xfrm>
          <a:prstGeom prst="roundRect">
            <a:avLst>
              <a:gd name="adj" fmla="val 4138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04680"/>
            <a:ext cx="44897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messy_code.py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2648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ПАРАМЕТРЫ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2105648"/>
            <a:ext cx="4983480" cy="1097280"/>
          </a:xfrm>
          <a:prstGeom prst="roundRect">
            <a:avLst>
              <a:gd name="adj" fmla="val 5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2224520"/>
            <a:ext cx="4672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flake8 --ignore E501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flake8 --select E123 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35046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СПРАВКА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3008"/>
            <a:ext cx="4983480" cy="1051560"/>
          </a:xfrm>
          <a:prstGeom prst="roundRect">
            <a:avLst>
              <a:gd name="adj" fmla="val 521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91072" y="3961880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flake8 --help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flake8 --version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54249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 же самое можно делать с конкретными файлами или со всей корневой директорией.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конфигурация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Отдельный конфиг проекта не требует pyproject.toml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 ищет конфигурацию в одном из поддерживаемых файлов: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15960"/>
            <a:ext cx="3474720" cy="1463040"/>
          </a:xfrm>
          <a:prstGeom prst="roundRect">
            <a:avLst>
              <a:gd name="adj" fmla="val 375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434832"/>
            <a:ext cx="31638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.flake8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setup.cfg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tox.ini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3440" y="21788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ПРИМЕР .FLAKE8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2544560"/>
            <a:ext cx="6217920" cy="1645920"/>
          </a:xfrm>
          <a:prstGeom prst="roundRect">
            <a:avLst>
              <a:gd name="adj" fmla="val 3333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2663432"/>
            <a:ext cx="590702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[flake8]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max-line-length = 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max-complexity = 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extend-ignore = E501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647680"/>
            <a:ext cx="9784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 реальном проекте конфиг фиксирует общие правила команды.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Отдельный файл удобно показать на докладе: его легко открыть и изменить.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плагины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Дополнительные проверки подключаются пакетами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486400" cy="1508760"/>
          </a:xfrm>
          <a:prstGeom prst="roundRect">
            <a:avLst>
              <a:gd name="adj" fmla="val 3636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51755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flake8-bugbear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flake8-builtins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pip install flake8-docstrings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767320"/>
            <a:ext cx="448056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767320"/>
            <a:ext cx="64008" cy="150876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84848" y="19136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bugbear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784848" y="233424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Дополнительные проверки потенциально проблемных конструкций.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0" y="3550400"/>
            <a:ext cx="4480560" cy="1280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3550400"/>
            <a:ext cx="64008" cy="128016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84848" y="369670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builtins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784848" y="4117328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затенения встроенных имён Python.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510488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5104880"/>
            <a:ext cx="64008" cy="123444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525118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docstrings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784848" y="56718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Проверки документации функций и классов.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387044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Плагин может приносить свои правила и собственные параметры конфигурации.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Flake8: как читать результат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Коды ошибок показывают источник проверки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5577840" cy="3291840"/>
          </a:xfrm>
          <a:prstGeom prst="roundRect">
            <a:avLst>
              <a:gd name="adj" fmla="val 1667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886192"/>
            <a:ext cx="526694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E225  — стиль pycodestyle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F401  — неиспользуемый импорт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F841  — неиспользуемая локальная переменная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C901  — сложность от mccabe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B...   — правила flake8-bugbear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A...   — правила flake8-builtins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D...   — правила flake8-docstrings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29400" y="19959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Префикс помогает понять, откуда пришло правило.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Большую таблицу кодов запоминать не нужно.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Важно уметь найти правило в документации плагина.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45562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74E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NOQA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629400" y="487628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93992" y="4995152"/>
            <a:ext cx="3849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something  # noqa: F401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51636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подавить конкретное предупреждение на конкретной строке.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другой уровень детализации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внимания к структуре и качеству программы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6400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Проверяет стиль и ошибки, но также анализирует структуру функций и классов.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Есть метрики: число аргументов, ветвлений, локальных переменных и т. п.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Сообщения делятся на категории, а не только на семейства правил.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23760" y="17373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88352" y="1856232"/>
            <a:ext cx="3346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messy_code.py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src/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3268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4436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294436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4343400"/>
            <a:ext cx="64008" cy="109728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95604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4343400"/>
            <a:ext cx="64008" cy="109728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6772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96772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778240" y="4343400"/>
            <a:ext cx="1828800" cy="109728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78240" y="4343400"/>
            <a:ext cx="64008" cy="109728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4489704"/>
            <a:ext cx="1463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979408" y="491032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715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= Information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score и форматы вывода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Здесь полезно показать не только список сообщений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1330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 может выводить итоговую оценку до 10.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7731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892032"/>
            <a:ext cx="44897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messy_code.py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8076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2133080"/>
            <a:ext cx="4892040" cy="1097280"/>
          </a:xfrm>
          <a:prstGeom prst="roundRect">
            <a:avLst>
              <a:gd name="adj" fmla="val 5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2251952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--output-format=json 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pylint --output-format=github 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80760" y="3596120"/>
            <a:ext cx="4663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— обычный вывод для человека.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json / json2 — удобно для автоматической обработки.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github — формат для GitHub Actions.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5105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зависит от настроек и набора включённых сообщений, поэтому это не универсальный рейтинг.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Pylint: конфигурация и плагины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встроенные расширения и возможность подключать свои checker'ы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КОНФИГ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87360"/>
            <a:ext cx="5029200" cy="2651760"/>
          </a:xfrm>
          <a:prstGeom prst="roundRect">
            <a:avLst>
              <a:gd name="adj" fmla="val 206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06232"/>
            <a:ext cx="47183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.pylintrc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[MESSAGES CONTROL]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 = ...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[DESIGN]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max-args = 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179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ВСТРОЕННОЕ РАСШИРЕНИЕ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217920" y="2087360"/>
            <a:ext cx="4709160" cy="1463040"/>
          </a:xfrm>
          <a:prstGeom prst="roundRect">
            <a:avLst>
              <a:gd name="adj" fmla="val 375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82512" y="2206232"/>
            <a:ext cx="4398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load-plugins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pylint.extensions.docparams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217920" y="39161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ВНЕШНИЙ CHECKER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4236200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4355072"/>
            <a:ext cx="4398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load-plugins =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mypackage.my_checker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3792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Кроме .pylintrc, Pylint умеет читать настройки из pyproject.toml и некоторых других конфигов.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основная идея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Быстрый линтер, который закрывает большой набор проверок одним инструментом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50876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правил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Встроены десятки семейств, в том числе правила из экосистемы Flake8.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50876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CLI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Проверка, автоисправление и форматирование доступны через Ruff.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50876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Быстродействие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Реализован на Rust и рассчитан на быстрый запуск по большим деревьям файлов.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391616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 использует похожую систему кодов: например, F401 указывает на правило из семейства Pyflakes.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8915400" y="3733280"/>
            <a:ext cx="1965960" cy="1828800"/>
          </a:xfrm>
          <a:prstGeom prst="roundRect">
            <a:avLst>
              <a:gd name="adj" fmla="val 30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9992" y="3852152"/>
            <a:ext cx="1655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F401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I...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UP...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команды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Основные действия на одном экране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ПРОВЕРИТЬ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10564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22452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ТОЛЬКО ВЫБРАННЫЕ ПРАВИЛА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8580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350468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--select E,F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80760" y="1767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ПОКАЗАТЬ ИЗМЕНЕНИЯ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210564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45352" y="222452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--diff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80760" y="304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ИСПРАВИТЬ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338580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5352" y="350468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check . --fix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6019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5B9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ФОРМАТИРОВАТЬ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4940288"/>
            <a:ext cx="4754880" cy="731520"/>
          </a:xfrm>
          <a:prstGeom prst="roundRect">
            <a:avLst>
              <a:gd name="adj" fmla="val 750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" y="5059160"/>
            <a:ext cx="4443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ruff format 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80760" y="483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`--diff` показывает предлагаемые изменения; `--fix` применяет допустимые исправления.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Ruff: конфигурация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Можно использовать отдельный файл или pyproject.toml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76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нашем эксперименте: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224520"/>
            <a:ext cx="5120640" cy="2103120"/>
          </a:xfrm>
          <a:prstGeom prst="roundRect">
            <a:avLst>
              <a:gd name="adj" fmla="val 2609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343392"/>
            <a:ext cx="480974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ruff.toml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[lint]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= ["E", "F", "B", "I", "UP"]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63640" y="176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реальном проекте: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63640" y="2224520"/>
            <a:ext cx="4892040" cy="2331720"/>
          </a:xfrm>
          <a:prstGeom prst="roundRect">
            <a:avLst>
              <a:gd name="adj" fmla="val 2353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2343392"/>
            <a:ext cx="458114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pyproject.toml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[tool.ruff]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line-length = 100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[tool.ruff.lint]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= ["E", "F", "B"]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967720"/>
            <a:ext cx="9966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 также поддерживает `.ruff.toml`.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Можно включать и отключать семейства правил через `select` / `ignore`.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Настройки linting и formatter находятся в одной системе конфигурации.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Что значат различия на практике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67320"/>
            <a:ext cx="10789920" cy="63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и тот же код не даёт один и тот же набор сообщений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94360" y="1767320"/>
            <a:ext cx="402336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221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смотрим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17720" y="1767320"/>
            <a:ext cx="210312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822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1767320"/>
            <a:ext cx="210312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822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823960" y="1767320"/>
            <a:ext cx="2651760" cy="631600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0" y="18221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94360" y="23989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53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Пробелы и базовый стиль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17720" y="2398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453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720840" y="2398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453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823960" y="23989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24537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94360" y="30305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0853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Неиспользуемый импорт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617720" y="30305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08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2916936"/>
            <a:ext cx="2103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0" y="30853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8823960" y="30305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30853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94360" y="36621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7169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Анализ структуры функции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17720" y="36621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169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ограниченно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720840" y="36621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0" y="37169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шире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8823960" y="36621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7169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зависит от правил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94360" y="42937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43485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Плагинная модель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4617720" y="42937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43485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ключевая часть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720840" y="42937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3485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823960" y="42937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69680" y="43485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правил встроено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594360" y="49253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49801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Автоматические исправления</a:t>
            </a:r>
            <a:endParaRPr lang="en-US" sz="1250" dirty="0"/>
          </a:p>
        </p:txBody>
      </p:sp>
      <p:sp>
        <p:nvSpPr>
          <p:cNvPr id="47" name="Shape 45"/>
          <p:cNvSpPr/>
          <p:nvPr/>
        </p:nvSpPr>
        <p:spPr>
          <a:xfrm>
            <a:off x="4617720" y="49253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4980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ограниченно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720840" y="49253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0" y="49801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есть для части случаев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8823960" y="49253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869680" y="49801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594360" y="5556920"/>
            <a:ext cx="40233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611784"/>
            <a:ext cx="3931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Formatter в том же CLI</a:t>
            </a:r>
            <a:endParaRPr lang="en-US" sz="1250" dirty="0"/>
          </a:p>
        </p:txBody>
      </p:sp>
      <p:sp>
        <p:nvSpPr>
          <p:cNvPr id="55" name="Shape 53"/>
          <p:cNvSpPr/>
          <p:nvPr/>
        </p:nvSpPr>
        <p:spPr>
          <a:xfrm>
            <a:off x="4617720" y="5556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5611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6720840" y="5556920"/>
            <a:ext cx="210312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66560" y="561178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нет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823960" y="5556920"/>
            <a:ext cx="2651760" cy="63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869680" y="5611784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85800" y="6325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Таблица показывает характер различий, а не рейтинг.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Сравнение по скорости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Отдельный benchmark с одинаковыми условиями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 файл: messy_benchmark.py.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Одинаковое виртуальное окружение.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Одинаковые конфиги и параметры запуска.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Несколько прогонов; в таблицу заносим median.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89320" y="1508760"/>
            <a:ext cx="5074920" cy="3246120"/>
          </a:xfrm>
          <a:prstGeom prst="roundRect">
            <a:avLst>
              <a:gd name="adj" fmla="val 1690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3912" y="1627632"/>
            <a:ext cx="4764024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flake8 messy_benchmark.py *&gt; $null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pylint messy_benchmark.py *&gt; $null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Measure-Command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python -m ruff check messy_benchmark.py *&gt; $null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343400"/>
            <a:ext cx="2377440" cy="475488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0" y="4343400"/>
            <a:ext cx="2560320" cy="475488"/>
          </a:xfrm>
          <a:prstGeom prst="rect">
            <a:avLst/>
          </a:prstGeom>
          <a:solidFill>
            <a:srgbClr val="EBECE8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407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Инструмент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44074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Median, ms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4818888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4818888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8289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8828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заполнить после замера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529437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529437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3583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35838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заполнить после замера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769864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5769864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338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58338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заполнить после замера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989320" y="5074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Смысл: сравниваем один и тот же сценарий, а не чужой benchmark из интернета.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ПРАКТИКА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Как встроить линтинг в проект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От ручного запуска к автоматической проверке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77240" y="1767320"/>
            <a:ext cx="3749040" cy="2926080"/>
          </a:xfrm>
          <a:prstGeom prst="roundRect">
            <a:avLst>
              <a:gd name="adj" fmla="val 1875"/>
            </a:avLst>
          </a:prstGeom>
          <a:solidFill>
            <a:srgbClr val="24272B"/>
          </a:solidFill>
          <a:ln w="12700">
            <a:solidFill>
              <a:srgbClr val="393D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886192"/>
            <a:ext cx="343814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mid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разработка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 / редактор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hook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↓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EFF2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/ pull request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66360" y="1904480"/>
            <a:ext cx="5760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Локально удобно запускать линтер вручную во время настройки правил.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Потом проверка может запускаться автоматически.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На CI обычно проверяют тот же набор правил, что и локально.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Точные правила проекта фиксируются в конфиге.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166360" y="4784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Главное преимущество автоматизации — одинаковая проверка для всех изменений.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Вывод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Что стоит унести из эксперимента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67320"/>
            <a:ext cx="64008" cy="1828800"/>
          </a:xfrm>
          <a:prstGeom prst="rect">
            <a:avLst/>
          </a:prstGeom>
          <a:solidFill>
            <a:srgbClr val="2D5B92"/>
          </a:solidFill>
          <a:ln w="12700">
            <a:solidFill>
              <a:srgbClr val="2D5B9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Flake8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32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Классическая модульная модель: базовые проверки + плагины.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60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1767320"/>
            <a:ext cx="64008" cy="1828800"/>
          </a:xfrm>
          <a:prstGeom prst="rect">
            <a:avLst/>
          </a:prstGeom>
          <a:solidFill>
            <a:srgbClr val="974E36"/>
          </a:solidFill>
          <a:ln w="12700">
            <a:solidFill>
              <a:srgbClr val="974E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61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Pylint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61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Больше внимания к структуре, метрикам и поддерживаемости.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589520" y="1767320"/>
            <a:ext cx="324612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7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67320"/>
            <a:ext cx="64008" cy="1828800"/>
          </a:xfrm>
          <a:prstGeom prst="rect">
            <a:avLst/>
          </a:prstGeom>
          <a:solidFill>
            <a:srgbClr val="2F6F6A"/>
          </a:solidFill>
          <a:ln w="12700">
            <a:solidFill>
              <a:srgbClr val="2F6F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90688" y="191362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Ruff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790688" y="2334248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Много встроенных правил, автоисправление и formatter в одном CLI.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3733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Сравнивать стоит не только количество сообщений, а набор возможностей, конфигурацию, workflow и скорость.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53792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Один и тот же код — хороший способ увидеть различия на практике.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СПРАВКА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621792" y="786384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Источники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Официальная документация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2412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 — flake8.pycqa.org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Flake8: invocation — flake8.pycqa.org/en/latest/user/invocation.html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Flake8: error codes — flake8.pycqa.org/en/latest/user/error-codes.html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Pylint — pylint.readthedocs.io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Pylint: options — pylint.readthedocs.io/en/stable/user_guide/configuration/all-options.html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 — docs.astral.sh/ruff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Ruff: configuration — docs.astral.sh/ruff/configuration/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Ruff: linter — docs.astral.sh/ruff/linter/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66C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В репозитории лежат конфиги и файлы эксперимента.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6C72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Сравнение линтеров</dc:title>
  <dc:subject>Сравнение Ruff vs Flake8 vs Pylint</dc:subject>
  <dc:creator>OpenAI</dc:creator>
  <cp:lastModifiedBy>OpenAI</cp:lastModifiedBy>
  <cp:revision>1</cp:revision>
  <dcterms:created xsi:type="dcterms:W3CDTF">2026-09-18T11:32:26Z</dcterms:created>
  <dcterms:modified xsi:type="dcterms:W3CDTF">2026-09-18T11:32:26Z</dcterms:modified>
</cp:coreProperties>
</file>